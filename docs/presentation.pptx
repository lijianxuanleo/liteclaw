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LiteClaw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Generative AI Agent Framework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Implementation, and Evaluation of an Autonomous Tool-Using Agent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743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49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Motivation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20040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43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500K+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in OpenClaw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09728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lock-in limits accessibility and increases cost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execution without safety measures poses security risks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need agent functionality without massive frameworks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804672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6324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sub-3,000-line agent framework support autonomous multi-tool reasoning while integrating free LLM APIs?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LiteClaw?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~2,000 Lines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TypeScript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File Ops, Web, Memory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Providers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&amp; Gemini free, DeepSeek &amp; Anthropic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UI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WebSocket streaming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8328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356616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56616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markdown-based storage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via markdown, no code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Loop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reasoning engine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Client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adapter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118872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Registry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 &amp; dispatch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Mgr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persistence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274320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9184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 Loader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plugins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2743200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0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+ Web interface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17520" y="178308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0" y="178308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= TypeScript classes  |  Skills = Markdown prompts  |  Memory = Markdown files (no database)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Agentic Loop (ReAct Pattern)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146304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2161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Message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94560" y="1188720"/>
            <a:ext cx="146304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2194560" y="12161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1188720"/>
            <a:ext cx="14630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0" y="12161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88720"/>
            <a:ext cx="146304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2161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Tools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1188720"/>
            <a:ext cx="146304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0" y="12161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150876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0" y="150876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77840" y="150876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50876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back if tools present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2468880"/>
            <a:ext cx="7863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Send conversation history + tool definitions to LLM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Parse response for text blocks and tool_use blocks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If tools requested, execute sequentially and append results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If no tools, return text response to user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10 iterations (configurable) with 4-state machine: idle, thinking, tool_execution, responding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73152" cy="777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097280"/>
            <a:ext cx="7973568" cy="7772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Shell Tool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14173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commands safely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Denylist, 15s timeout, 10K cap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103120"/>
            <a:ext cx="7973568" cy="7772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 Ops Tool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2423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Read/write/search files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traversal prevention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73152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3108960"/>
            <a:ext cx="7973568" cy="7772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Access Tool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4290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URLs, HTML-to-text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 timeout, 8KB cap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73152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4114800"/>
            <a:ext cx="7973568" cy="7772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Tool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4434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facts, recall, 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Multi-Provider LLM Support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32918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llama-3.3-70b-versatile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OpenAI-compat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OpenAI-compat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deepseek-chat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OpenAI-compat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claude-sonnet-4-20250514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SDK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356616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 Pattern: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LLMClient interface with chat() method. AnthropicClient (native SDK) and OpenAICompatibleClient (Groq, Gemini, DeepSeek). Switch providers with one environment variable: </a:t>
            </a:r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LLM_PROVIDER=groq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Interface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ChatWindow — Message list + input area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MessageBubble — Markdown rendering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ToolCallCard — Collapsible tool execution display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StatusBar — Agent state indicator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useChat hook — WebSocket state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Streaming Protocol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840480" cy="3200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554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1554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state changes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938528"/>
            <a:ext cx="3840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19385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started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322576"/>
            <a:ext cx="3840480" cy="3200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32257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23225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received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706624"/>
            <a:ext cx="3840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7066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text_delta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27066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text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090672"/>
            <a:ext cx="3840480" cy="32004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0906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message_complete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0906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message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474720"/>
            <a:ext cx="3840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474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notification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solidFill>
            <a:srgbClr val="F0F4FF"/>
          </a:solidFill>
          <a:ln w="6350">
            <a:solidFill>
              <a:srgbClr val="94A3B8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placeholder: Web UI with tool call card]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Build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4447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config, LLM client, tool registry, agent loop, CLI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System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3134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+ Shell, File Ops, Web Access, Memory tools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852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1821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files with YAML frontmatter, conversation logs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721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UI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050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+ WebSocket server, React SPA with streaming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0" y="1097280"/>
            <a:ext cx="2743200" cy="32004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2,049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94360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lines of code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2606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dependencies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99.6%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94360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vs. OpenClaw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does not mean limited — 2,000 lines covers core agent capabilities with full ReAct loop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Achieved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 code reduction vs. OpenClaw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ReAct loop with 4 tools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LLM support (Groq, Gemini)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web UI with streaming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251460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sandboxing for tool execution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tools &amp; Telegram bot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authentication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test coverage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LiteClaw: A Lightweight GenAI Agent Framework</dc:title>
  <dc:subject>PptxGenJS Presentation</dc:subject>
  <dc:creator>LiteClaw Team</dc:creator>
  <cp:lastModifiedBy>LiteClaw Team</cp:lastModifiedBy>
  <cp:revision>1</cp:revision>
  <dcterms:created xsi:type="dcterms:W3CDTF">2026-03-31T20:49:47Z</dcterms:created>
  <dcterms:modified xsi:type="dcterms:W3CDTF">2026-03-31T20:49:47Z</dcterms:modified>
</cp:coreProperties>
</file>