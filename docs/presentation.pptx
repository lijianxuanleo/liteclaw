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LiteClaw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WhatsApp-Driven GenAI Agent Framework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Decision Agent with Local Tool Execution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7432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49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20040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1430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active users worldwide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10972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moving from labs to daily life (ReAct paradigm)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spectrum: OpenClaw (500K LOC) → NanoClaw (3.9K) → LiteClaw (1.8K)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framework delivers AI assistance natively via WhatsApp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LiteClaw: ~1,800 lines of TypeScript, single-decision, local-only tools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8046720" cy="91440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2461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Contributions: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JSON architecture | Multi-provider LLM (free) | 4 local tools | AuthZ permission wall | WhatsApp + cron reminders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972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051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325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OpenClaw: 500K LOC, 70+ deps. Weeks to understand.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55648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1709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198424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Shell/web tools risk destructive ops via hallucination.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414016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23682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264261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Web/CLI agents need a computer. Not mobile-native.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072384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30266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30098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frameworks require paid APIs (OpenAI/Anthropic).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804672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384048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</a:t>
            </a:r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sub-2,000-line agent framework deliver secure, WhatsApp-native personal AI assistance with free LLM support?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Agent: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~1,800 Lines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TypeScript codebase, 20 source files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09728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Tools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616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Ops, Todo, Notes, Time — all local-only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09728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Providers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&amp; Gemini (free), Anthropic (paid)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83464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8346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Baileys multi-device, QR auth, allowlist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83464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83280" y="28346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356616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AuthZ Wall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56616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Default-deny, category + path validation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2834640"/>
            <a:ext cx="2560320" cy="13716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28346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Cron-based reminders via WhatsApp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Agent: Decision Model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137160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11155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1097280"/>
            <a:ext cx="1371600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11155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097280"/>
            <a:ext cx="137160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1155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20640" y="1097280"/>
            <a:ext cx="137160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11155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097280"/>
            <a:ext cx="1371600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11155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554480" y="141732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41732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141732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141732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103120"/>
            <a:ext cx="2560320" cy="7772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210312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{"type":"reply","text":"..."}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74720" y="2103120"/>
            <a:ext cx="2560320" cy="7772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74720" y="210312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361188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tool_call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11880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{"type":"tool_call","tool":"...","args":{}}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2103120"/>
            <a:ext cx="2560320" cy="7772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00800" y="2103120"/>
            <a:ext cx="54864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37960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{"type":"schedule","job":{...}}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320040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outputs exactly ONE JSON decision per turn (Zod validated)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predictable execution, auditable, bounded resource usage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DecisionParseError → safe fallback reply (never crashes)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multi-turn loop — each message = 1 LLM call + at most 1 tool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Design: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2801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Baileys, QR auth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0" y="118872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86000" y="12801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flow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06240" y="118872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06240" y="12801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12801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local tools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83464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3520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Flat-file MD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0" y="283464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8600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Loader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520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injection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283464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0624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06240" y="3520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 jobs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26480" y="2834640"/>
            <a:ext cx="16459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2648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3520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11680" y="18288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18288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52160" y="18288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297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Message → Agent → AuthZ → Tool → Response  |  20 files, ~1,800 LOC, 0 database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Design: Tools &amp; Memory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73152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051560"/>
            <a:ext cx="4407408" cy="68580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69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 Ops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Read/write/append/list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Path-restricted to data/ &amp; notes/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8745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1874520"/>
            <a:ext cx="4407408" cy="68580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8928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1488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Add/list/complete tasks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persistence, UUID IDs, priorities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73152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2697480"/>
            <a:ext cx="4407408" cy="68580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715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29718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journal (YYYY-MM-DD.md)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summaries, timestamped entries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520440"/>
            <a:ext cx="4407408" cy="68580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538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7947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time, cron reminders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Create/list/pause, scheduler integration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1051560"/>
            <a:ext cx="3474720" cy="315468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0" y="1143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System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1554480"/>
            <a:ext cx="31089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facts with timestamps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conversations.md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history, auto-trim at 40 entries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ContextLoader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Injects: timestamp + memory + conversation + tools + tasks + reminders into each LLM call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Design: Prompt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8046720" cy="2377440"/>
          </a:xfrm>
          <a:prstGeom prst="rect">
            <a:avLst/>
          </a:prstGeom>
          <a:solidFill>
            <a:srgbClr val="0F153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188720"/>
            <a:ext cx="7498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{agentName}, a personal AI assistant connected via WhatsApp.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MUST respond with exactly ONE JSON object: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{"type": "reply", "text": "your message"}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{"type": "tool_call", "tool": "...", "args": {...}}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{"type": "schedule", "job": {"name":"...", ...}}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{context}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IMPORTANT: Output ONLY valid JSON.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tool-calling API used — tools described in prompt text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mode enabled for Groq &amp; Gemini; structured output for Anthropic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{context} = memory + conversation + tools + tasks + reminders (assembled by ContextLoader)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validates every LLM response; parse failures become safe error replies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&amp; Results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github.com/LIJianxuanLeo/liteclaw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clone → npm install → .env (Gemini key) → npm start → scan QR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3657600" cy="1463040"/>
          </a:xfrm>
          <a:prstGeom prst="rect">
            <a:avLst/>
          </a:prstGeom>
          <a:solidFill>
            <a:srgbClr val="F0F4FF"/>
          </a:solidFill>
          <a:ln w="6350">
            <a:solidFill>
              <a:srgbClr val="94A3B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 + connection log]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737360"/>
            <a:ext cx="4023360" cy="1463040"/>
          </a:xfrm>
          <a:prstGeom prst="rect">
            <a:avLst/>
          </a:prstGeom>
          <a:solidFill>
            <a:srgbClr val="F0F4FF"/>
          </a:solidFill>
          <a:ln w="6350">
            <a:solidFill>
              <a:srgbClr val="94A3B8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[WhatsApp chat screenshot]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6517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OpenClaw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NanoClaw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LiteClaw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~1,800 lines of TypeScript delivers secure WhatsApp AI assistance with free LLM support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Achieved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 code reduction vs. OpenClaw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architecture with AuthZ wall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LLM support (Groq, Gemini)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delivery + cron reminders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251460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Multi-platform: Telegram, Signal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message transcription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auth &amp; session isolation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memory summarization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github.com/LIJianxuanLeo/liteclaw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LiteClaw: A Lightweight WhatsApp-Driven GenAI Agent Framework</dc:title>
  <dc:subject>PptxGenJS Presentation</dc:subject>
  <dc:creator>LiteClaw Team</dc:creator>
  <cp:lastModifiedBy>LiteClaw Team</cp:lastModifiedBy>
  <cp:revision>1</cp:revision>
  <dcterms:created xsi:type="dcterms:W3CDTF">2026-04-01T18:25:24Z</dcterms:created>
  <dcterms:modified xsi:type="dcterms:W3CDTF">2026-04-01T18:25:24Z</dcterms:modified>
</cp:coreProperties>
</file>