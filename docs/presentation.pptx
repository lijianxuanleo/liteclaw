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LiteClaw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Practical Everyday AI Assistant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Real-World Interaction via WhatsApp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ROSE5780 GenAI Technologies and RPA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Current AI Agents Do Not Fit Everyday Life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0" cy="20116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Everyday Reality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assistant needs happen during </a:t>
            </a:r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micro-moments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to work or school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between classes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 a queue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sleep — quick ideas or reminders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these moments, sending a message is more natural than opening a dashboard or terminal.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Agents Fall Short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84048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53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4538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heavy to understand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customize for personal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92024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9568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9568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risky for everyday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device interaction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423160"/>
            <a:ext cx="384048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597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4597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desktop-dependent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 micro-moments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9626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9626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costly to become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habit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67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sub-2,000-line framework deliver secure, WhatsApp-native AI assistance with free LLM support?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Gap: Powerful Frameworks vs. Everyday Usability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777240"/>
                <a:gridCol w="73152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Daily-Use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bots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Rule-based, no agent reasoning, business-oriented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394960" y="1051560"/>
            <a:ext cx="3383280" cy="3383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05156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7784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 combines lightweight code, WhatsApp-native delivery, agent reasoning, local tools, and free LLM support.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103120"/>
            <a:ext cx="283464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LiteClaw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77840" y="2606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~1,800 lines of TypeScript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via Baileys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Single-decision (bounded &amp; safe)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(Groq, Gemini)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micro-task tools + AuthZ wall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One Message, One Bounded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46304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070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46304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2070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63040" cy="7315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2070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1463040" cy="7315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2070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1188720"/>
            <a:ext cx="146304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12070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12984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12984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12984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12984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2377440"/>
            <a:ext cx="2560320" cy="11887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per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multi-turn loops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377440"/>
            <a:ext cx="2560320" cy="11887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3774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204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AuthZ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tools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377440"/>
            <a:ext cx="2560320" cy="11887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37744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5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(Groq/Gemini/Anthropic)  |  Memory Manager  |  Context Loader  |  Scheduler  |  Audit Log  |  ~20 files, ~1,800 LOC, 0 database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1: Single-Decision Design for Trustworthy Daily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text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6032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5156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tool_call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local tool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56032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cron reminder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Design Fits Daily Use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822960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56032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5968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25968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know exactly what the system will do — one action per message, every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06324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099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Cost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30998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runaway tool chains — LLM usage proportional to messages sent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822960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566160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027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— users can review what the assistant did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06908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1056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 than Loops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41056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execution eliminates cascading failures from multi-turn hallucination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2: Local Tools and Memory for Everyday Micro-Tasks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332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frequent, low-friction, everyday micro-tasks — not unrestricted system access.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73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list, complete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+ completion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50008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23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697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journaling (YYYY-MM-DD.md)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entries + weekly summary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99816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72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47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time + cron reminders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WhatsApp on schedule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49624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197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Read/write/append/list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Path-restricted to data/ &amp; notes/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1600200"/>
            <a:ext cx="3749040" cy="13716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Long-term facts with timestamps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conversations.md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 history, auto-trim at 40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154680"/>
            <a:ext cx="3749040" cy="12344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Design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520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Agent identity + behavior
</a:t>
            </a:r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Three JSON response formats
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{context} = memory + tools + tasks
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"Output ONLY valid JSON"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1: What LiteClaw Can Do in Real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Google Gemini 2.5 Flash (free tier)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84048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08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Natural language chat in English and Chinese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11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Add/list/complete tasks via natural language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84048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Create daily notes with timestamped entries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16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Generate weekly journal summaries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420624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408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Set reminders via natural language → cron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874520"/>
            <a:ext cx="4206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911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Safe file read/write within sandbox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377440"/>
            <a:ext cx="420624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414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Auto-reject unauthorized tool requests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935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scenarios passed.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LiteClaw handles the kinds of tasks users actually perform in daily life.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2: Why the System Is Technically Credible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Complexity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5-Layer Security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0" y="13258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Allowlist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17373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Single-Decision Bound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37760" y="21488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949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Default-Deny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37760" y="25603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Sandbox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937760" y="29718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9496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5935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=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enough to read in one afternoon  +  Safe enough for personal device  +  Free enough for daily habit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Natural WhatsApp Interaction in Daily Life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interact with LiteClaw: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89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“Remind me to submit the report tomorrow at 9am”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Creates cron reminder, delivered via WhatsApp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572000" cy="32004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67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add a task: buy milk tonight”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Adds to todo list with medium priority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44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note for today: project idea about AI assistant”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0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Appends timestamped entry to daily journal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3383280" cy="2468880"/>
          </a:xfrm>
          <a:prstGeom prst="rect">
            <a:avLst/>
          </a:prstGeom>
          <a:solidFill>
            <a:srgbClr val="F0F4FF"/>
          </a:solidFill>
          <a:ln w="6350">
            <a:solidFill>
              <a:srgbClr val="94A3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94960" y="13716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[WhatsApp chat screenshot]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npm install → .env (free Gemini key) → npm start → scan QR  |  </a:t>
            </a:r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github.com/LIJianxuanLeo/liteclaw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is not just in the functions, but in how naturally they fit into an interface people already use every day.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Practicality Matters for Personal AI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286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AI assistant becomes more practical when it is lightweight, bounded and trustworthy, and reachable through everyday messaging.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Showed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code reduction vs. OpenClaw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functional tests passed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security model validated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+ WhatsApp = daily habit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788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(Telegram, Signal)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message transcription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memory retrieval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session isolation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github.com/LIJianxuanLeo/liteclaw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LiteClaw: A Lightweight WhatsApp-Driven GenAI Agent Framework</dc:title>
  <dc:subject>PptxGenJS Presentation</dc:subject>
  <dc:creator>LiteClaw Team</dc:creator>
  <cp:lastModifiedBy>LiteClaw Team</cp:lastModifiedBy>
  <cp:revision>1</cp:revision>
  <dcterms:created xsi:type="dcterms:W3CDTF">2026-04-08T11:44:15Z</dcterms:created>
  <dcterms:modified xsi:type="dcterms:W3CDTF">2026-04-08T11:44:15Z</dcterms:modified>
</cp:coreProperties>
</file>